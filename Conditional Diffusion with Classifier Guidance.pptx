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Sören Toschek-Unib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25T08:03:46.131">
    <p:pos x="196" y="725"/>
    <p:text>Idee #1: Accuracy vs. Classifier grad. Scale
Idee #2: fidelity / diversity vs. classifier Grad. scale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25T09:30:17.118">
    <p:pos x="196" y="725"/>
    <p:text>fidelity, measured by Inception Score (IS)
variety, measured by recall</p:text>
  </p:cm>
  <p:cm authorId="0" idx="3" dt="2026-05-25T10:14:21.575">
    <p:pos x="1354" y="1870"/>
    <p:text>Original figure aus dem Paper,
muss in die References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5c430f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5c430f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b33226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b33226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655b5f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655b5f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b3322643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b3322643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8b33226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8b33226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655b5f4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4655b5f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8b3322643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8b3322643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8b3322643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8b3322643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4655b5f4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4655b5f4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Conditional Diffusion with Classifier Guidance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Jan Walliser, Sören Toschek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Reference paper: “Diffusion Models Beat GANs on Image Synthesis”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 Guidance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 Gradient Scaling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Model 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CIFAR-10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Results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Classifier Guidance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 guidance is used during sampling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predicted mean            is shifted towards gradients of classifier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I.e. </a:t>
            </a:r>
            <a:endParaRPr/>
          </a:p>
        </p:txBody>
      </p:sp>
      <p:pic>
        <p:nvPicPr>
          <p:cNvPr id="68" name="Google Shape;68;p15" title="Screenshot 2026-05-25 at 10.49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71750"/>
            <a:ext cx="4797450" cy="160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2950" y="1537373"/>
            <a:ext cx="651000" cy="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Classifier Gradient Scaling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Multiply gradient of the classifier network by a constant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stronger classifier guidance improves precision, and decreases </a:t>
            </a:r>
            <a:r>
              <a:rPr lang="de"/>
              <a:t>recall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7125" y="1203125"/>
            <a:ext cx="647225" cy="32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Screenshot 2026-05-25 at 12.05.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0176" y="2969600"/>
            <a:ext cx="2277325" cy="1877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1100" y="1613124"/>
            <a:ext cx="6682750" cy="4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8275" y="1967850"/>
            <a:ext cx="2061707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Diffusion Model Architecture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 title="Screenshot 2026-05-25 at 15.28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75" y="1715973"/>
            <a:ext cx="5574200" cy="24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 / training objective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Use MSE loss: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classifier: </a:t>
            </a:r>
            <a:r>
              <a:rPr lang="de"/>
              <a:t>30,480,010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diffusion-net: 41,412,771 parameters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425" y="1152475"/>
            <a:ext cx="2139600" cy="5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 title="noisy-image classifier accuracy by exact diffusion timeste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50" y="2170525"/>
            <a:ext cx="5351351" cy="29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Classifier architecture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UNet, residual convolutional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Classifier architecture: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CNN with skip connections with attention pooling at the 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Attention pooling on 16x16 and 8x8 resolution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map each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Results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Results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References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